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달나루 (Dalnaru)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The First Persona RAG Network for the Silver Economy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AAAAA"/>
                </a:solidFill>
              </a:rPr>
              <a:t>시니어의 '디지털 쌍둥이'로 완성하는 초고속 B2B 마켓 리서치 플랫폼</a:t>
            </a:r>
            <a:endParaRPr lang="en-US" sz="1800" dirty="0"/>
          </a:p>
        </p:txBody>
      </p:sp>
      <p:pic>
        <p:nvPicPr>
          <p:cNvPr id="4" name="Image 0" descr="C:/Users/tree0/.gemini/antigravity/brain/da6edb8d-529e-41fe-8991-f1f797501773/dalnaru_logo_178592182097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2004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FFF"/>
                </a:solidFill>
              </a:rPr>
              <a:t>Demo: https://dalnaru-v3.vercel.app/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Problem: 거대한 시장, 존재하지 않는 데이터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• The Wealth Gap: 5060 액티브 시니어는 전체 자산의 60% 이상을 통제하는 핵심 소비층.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• The Data Blackhole: 하지만 이들은 인스타그램에 '진짜 속마음'과 소비 패턴을 텍스트로 남기지 않음.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• Current Failure: 대기업은 수억 원을 들여 3개월씩 걸리는 오프라인 FGI를 하거나, 시니어의 진짜 뉘앙스를 모르는 '가짜 합성 AI'에 의존 중.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Solution: 100% 리얼 데이터 기반 '디지털 쌍둥이'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달나루 엔진: 가짜 AI가 아닌, 실제 시니어의 기억을 100% 복제한 RAG 네트워크
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• B2C (Data Ingestion): 시니어가 앱과 매일 대화하며 자신의 '자서전 AI'를 육성
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DDDDDD"/>
                </a:solidFill>
              </a:rPr>
              <a:t>• B2B (Data Query): 대기업은 수천 명의 시니어 쌍둥이에게 동시에 질문을 던지고 단 1분 만에 시뮬레이션 결과 획득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Product &amp; Traction: 에이전틱 리서치 대시보드</a:t>
            </a:r>
            <a:endParaRPr lang="en-US" sz="3200" dirty="0"/>
          </a:p>
        </p:txBody>
      </p:sp>
      <p:pic>
        <p:nvPicPr>
          <p:cNvPr id="3" name="Image 0" descr="C:/Users/tree0/.gemini/antigravity/brain/da6edb8d-529e-41fe-8991-f1f797501773/dalnaru_ui_mockup_17859218414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1 Minute Insight: 5,000명의 RAG 기반 쌍둥이가 즉시 토론하여 리얼 데이터 도출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Now? 왜 지금 달나루인가?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</a:rPr>
              <a:t>1. AI &amp; LLM의 성숙 (RAG 상용화)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환각(Hallucination) 없이 개인의 기억만을 정확히 검색해 답변하는 RAG 기술이 완벽해짐.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BFFF"/>
                </a:solidFill>
              </a:rPr>
              <a:t>2. 은퇴 인구의 폭발 (은퇴의 정점)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자신의 경험을 남기고 싶어 하는 5060 베이비붐 세대의 스마트폰 활용 능력이 최상위.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The Unfair Advantage (Moat)</a:t>
            </a:r>
            <a:endParaRPr lang="en-US" sz="3200" dirty="0"/>
          </a:p>
        </p:txBody>
      </p:sp>
      <p:pic>
        <p:nvPicPr>
          <p:cNvPr id="3" name="Image 0" descr="C:/Users/tree0/.gemini/antigravity/brain/da6edb8d-529e-41fe-8991-f1f797501773/dalnaru_mascot_178592183176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828800"/>
            <a:ext cx="274320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• Proprietary Data (독점적 데이터)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인터넷 크롤링으로 얻을 수 없는 딥(Deep) 메모리 데이터.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</a:rPr>
              <a:t>• Infinite Switching Cost (무한대의 전환 비용)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6개월간 학습시킨 완벽한 분신 '자서전 AI'를 버리고 이탈할 유저는 0명.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Business Model &amp;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5555"/>
                </a:solidFill>
              </a:rPr>
              <a:t>B2B SaaS + Revenue Share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• 기업: Pay-per-Query 기반 리서치 과금 및 구독 모델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• 시니어: 리서치 수익 배당으로 자발적 데이터 입력 유도 (Financial Lock-in)
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5555"/>
                </a:solidFill>
              </a:rPr>
              <a:t>Vision: 세대 간 지식을 잇는 인프라
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</a:rPr>
              <a:t>인터넷에 없던 5060의 암묵지를 세계 최초로 디지털 자산화(Digital Asset)하는 글로벌 에이지테크 인프라.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2026-08-05T10:24:17Z</dcterms:created>
  <dcterms:modified xsi:type="dcterms:W3CDTF">2026-08-05T10:24:17Z</dcterms:modified>
</cp:coreProperties>
</file>
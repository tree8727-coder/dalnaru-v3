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FF"/>
                </a:solidFill>
              </a:rPr>
              <a:t>정보 서비스 햄스터 프로젝트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달나루 (Dalnaru)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반퇴시장(5060) 페르소나 RAG 정보 서비스</a:t>
            </a:r>
            <a:endParaRPr lang="en-US" sz="3600" dirty="0"/>
          </a:p>
        </p:txBody>
      </p:sp>
      <p:pic>
        <p:nvPicPr>
          <p:cNvPr id="4" name="Image 0" descr="C:/Users/tree0/.gemini/antigravity/brain/da6edb8d-529e-41fe-8991-f1f797501773/dalnaru_logo_17859218209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4747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Seeding: 타겟 및 전략 기초 수립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• 타겟 고객 (반퇴시장)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  B2C: 은퇴와 자녀 부양 사이에 낀 '5060 끼인 세대'
  B2B: 5060의 속마음 데이터가 절실한 대기업 및 금융사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• 니즈 및 제공 가치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  B2C: 외로움 해소를 위한 'AI 라이프 코칭 (홀리스틱 플래닝)'
  B2B: 1분 만에 끝나는 초고속 '에이전틱 마켓 리서치'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• 포지셔닝 (차별화)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  기존 금융사가 못하는 '정서적 케어'를 미끼로 독점적 딥(Deep) 데이터를 구축.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1~2단계: 고객 니즈 조사 및 데이터 정제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크롤링의 한계 극복: 앱 내부의 은밀한 대화를 데이터화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5060은 인터넷 커뮤니티에 진짜 자산 규모나 속마음을 쓰지 않습니다.
기존 웹 크롤링 대신, 달나루 앱의 'AI 라이프 코치'와의 1:1 대화 자체가
순도 100%의 니즈 조사 창구(First-party Data)가 됩니다.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데이터 발견 및 추출 방법론 (LLM 정제)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감정이 섞인 하소연이나 파편화된 비정형 대화를 LLM을 통해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'키워드, 성향 태그, 자산 규모' 등의 정형화된 데이터로 1차 정제합니다.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3단계: 지식화 및 주요 정보 DB 구축 (Persona RAG)</a:t>
            </a:r>
            <a:endParaRPr lang="en-US" sz="2800" dirty="0"/>
          </a:p>
        </p:txBody>
      </p:sp>
      <p:pic>
        <p:nvPicPr>
          <p:cNvPr id="3" name="Image 0" descr="C:/Users/tree0/.gemini/antigravity/brain/da6edb8d-529e-41fe-8991-f1f797501773/dalnaru_ui_mockup_1785921841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555"/>
                </a:solidFill>
              </a:rPr>
              <a:t>기술적 해자: 벡터 DB와 디지털 쌍둥이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단순 관계형 DB가 아닌 벡터 DB에 유저의 기억을 저장하여 '페르소나 쌍둥이'를 구축.
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5555"/>
                </a:solidFill>
              </a:rPr>
              <a:t>지식의 활용 (시뮬레이션)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대기업이 질문을 던지면, 5,000명의 쌍둥이가 각자의 DB를 바탕으로 추론/토론하여 1분 만에 리서치 결과를 도출합니다.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4~5단계: 유지 관리 및 웹서비스 개발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4단계: 업데이트, 확장, 유지 관리 전략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유저가 앱을 계속 써야 최신 데이터가 유지됩니다. B2B 리서치 수익의 일부를 데이터 제공자인 시니어에게 '금융 치료(배당)' 형태로 지급하여 폭발적인 자발적 업데이트를 유도합니다.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5단계: 프론트/백엔드 웹서비스 구축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Next.js 및 AI(RAG) 연동 기반의 실시간 대시보드 구축 완료.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현재 프로토타입 라이브 연동: https://dalnaru-v3.vercel.app/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6단계: 브랜딩 및 수익화 전략</a:t>
            </a:r>
            <a:endParaRPr lang="en-US" sz="3200" dirty="0"/>
          </a:p>
        </p:txBody>
      </p:sp>
      <p:pic>
        <p:nvPicPr>
          <p:cNvPr id="3" name="Image 0" descr="C:/Users/tree0/.gemini/antigravity/brain/da6edb8d-529e-41fe-8991-f1f797501773/dalnaru_mascot_17859218317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브랜딩 (달나루)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브랜드명: 세대와 세대를 잇는 나루터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마스코트: 지혜와 기술(Digital Twin)의 상징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수익화 모델 (B2B)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Pay-per-Query: 기업의 1회 시뮬레이션 당 리서치 수수료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Enterprise 구독: 자사 전용 페르소나 그룹 모니터링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2026-08-05T17:28:13Z</dcterms:created>
  <dcterms:modified xsi:type="dcterms:W3CDTF">2026-08-05T17:28:13Z</dcterms:modified>
</cp:coreProperties>
</file>